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338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Methods</a:t>
            </a:r>
            <a:r>
              <a:rPr sz="2500" b="1">
                <a:solidFill>
                  <a:srgbClr val="FFFFFF"/>
                </a:solidFill>
                <a:latin typeface="Arial"/>
              </a:rPr>
              <a:t>   |   implementação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1078992"/>
            <a:ext cx="12191695" cy="0"/>
          </a:xfrm>
          <a:prstGeom prst="line">
            <a:avLst/>
          </a:prstGeom>
          <a:ln w="20320">
            <a:solidFill>
              <a:srgbClr val="3A4B7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1046988"/>
            <a:ext cx="566928" cy="64008"/>
          </a:xfrm>
          <a:prstGeom prst="rect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D7DFF2"/>
                </a:solidFill>
                <a:latin typeface="Arial"/>
              </a:rPr>
              <a:t>Duas funções em </a:t>
            </a:r>
            <a:r>
              <a:rPr sz="1800" b="0">
                <a:solidFill>
                  <a:srgbClr val="D7DFF2"/>
                </a:solidFill>
                <a:latin typeface="Courier New"/>
              </a:rPr>
              <a:t>methods.h</a:t>
            </a:r>
            <a:r>
              <a:rPr sz="1800" b="0">
                <a:solidFill>
                  <a:srgbClr val="D7DFF2"/>
                </a:solidFill>
                <a:latin typeface="Arial"/>
              </a:rPr>
              <a:t>: uma lê o </a:t>
            </a:r>
            <a:r>
              <a:rPr sz="1800" b="0">
                <a:solidFill>
                  <a:srgbClr val="D7DFF2"/>
                </a:solidFill>
                <a:latin typeface="Courier New"/>
              </a:rPr>
              <a:t>methods_count</a:t>
            </a:r>
            <a:r>
              <a:rPr sz="1800" b="0">
                <a:solidFill>
                  <a:srgbClr val="D7DFF2"/>
                </a:solidFill>
                <a:latin typeface="Arial"/>
              </a:rPr>
              <a:t>, a outra aloca e preenche </a:t>
            </a:r>
            <a:r>
              <a:rPr sz="1800" b="0">
                <a:solidFill>
                  <a:srgbClr val="D7DFF2"/>
                </a:solidFill>
                <a:latin typeface="Courier New"/>
              </a:rPr>
              <a:t>cf-&gt;methods[]</a:t>
            </a:r>
            <a:r>
              <a:rPr sz="1800" b="0">
                <a:solidFill>
                  <a:srgbClr val="D7DFF2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3D5AFE"/>
                </a:solidFill>
                <a:latin typeface="Arial"/>
              </a:rPr>
              <a:t>●  </a:t>
            </a:r>
            <a:r>
              <a:rPr sz="1800" b="1">
                <a:solidFill>
                  <a:srgbClr val="FFFFFF"/>
                </a:solidFill>
                <a:latin typeface="Courier New"/>
              </a:rPr>
              <a:t>readMethodsCount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7863840" cy="960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32304"/>
            <a:ext cx="7498079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C27B0"/>
                </a:solidFill>
                <a:latin typeface="Courier New"/>
              </a:rPr>
              <a:t>void</a:t>
            </a:r>
            <a:r>
              <a:rPr sz="1300" b="0">
                <a:solidFill>
                  <a:srgbClr val="1F2937"/>
                </a:solidFill>
                <a:latin typeface="Courier New"/>
              </a:rPr>
              <a:t> </a:t>
            </a:r>
            <a:r>
              <a:rPr sz="1300" b="0">
                <a:solidFill>
                  <a:srgbClr val="B45309"/>
                </a:solidFill>
                <a:latin typeface="Courier New"/>
              </a:rPr>
              <a:t>readMethodsCount</a:t>
            </a:r>
            <a:r>
              <a:rPr sz="1300" b="0">
                <a:solidFill>
                  <a:srgbClr val="1F2937"/>
                </a:solidFill>
                <a:latin typeface="Courier New"/>
              </a:rPr>
              <a:t>(</a:t>
            </a:r>
            <a:r>
              <a:rPr sz="1300" b="0">
                <a:solidFill>
                  <a:srgbClr val="0E7490"/>
                </a:solidFill>
                <a:latin typeface="Courier New"/>
              </a:rPr>
              <a:t>ClassFile</a:t>
            </a:r>
            <a:r>
              <a:rPr sz="1300" b="0">
                <a:solidFill>
                  <a:srgbClr val="1F2937"/>
                </a:solidFill>
                <a:latin typeface="Courier New"/>
              </a:rPr>
              <a:t> </a:t>
            </a:r>
            <a:r>
              <a:rPr sz="1300" b="0">
                <a:solidFill>
                  <a:srgbClr val="1F2937"/>
                </a:solidFill>
                <a:latin typeface="Courier New"/>
              </a:rPr>
              <a:t>*</a:t>
            </a:r>
            <a:r>
              <a:rPr sz="1300" b="0">
                <a:solidFill>
                  <a:srgbClr val="1F2937"/>
                </a:solidFill>
                <a:latin typeface="Courier New"/>
              </a:rPr>
              <a:t>cf</a:t>
            </a:r>
            <a:r>
              <a:rPr sz="1300" b="0">
                <a:solidFill>
                  <a:srgbClr val="1F2937"/>
                </a:solidFill>
                <a:latin typeface="Courier New"/>
              </a:rPr>
              <a:t>,</a:t>
            </a:r>
            <a:r>
              <a:rPr sz="1300" b="0">
                <a:solidFill>
                  <a:srgbClr val="1F2937"/>
                </a:solidFill>
                <a:latin typeface="Courier New"/>
              </a:rPr>
              <a:t> </a:t>
            </a:r>
            <a:r>
              <a:rPr sz="1300" b="0">
                <a:solidFill>
                  <a:srgbClr val="0E7490"/>
                </a:solidFill>
                <a:latin typeface="Courier New"/>
              </a:rPr>
              <a:t>FILE</a:t>
            </a:r>
            <a:r>
              <a:rPr sz="1300" b="0">
                <a:solidFill>
                  <a:srgbClr val="1F2937"/>
                </a:solidFill>
                <a:latin typeface="Courier New"/>
              </a:rPr>
              <a:t> </a:t>
            </a:r>
            <a:r>
              <a:rPr sz="1300" b="0">
                <a:solidFill>
                  <a:srgbClr val="1F2937"/>
                </a:solidFill>
                <a:latin typeface="Courier New"/>
              </a:rPr>
              <a:t>*</a:t>
            </a:r>
            <a:r>
              <a:rPr sz="1300" b="0">
                <a:solidFill>
                  <a:srgbClr val="1F2937"/>
                </a:solidFill>
                <a:latin typeface="Courier New"/>
              </a:rPr>
              <a:t>fp</a:t>
            </a:r>
            <a:r>
              <a:rPr sz="1300" b="0">
                <a:solidFill>
                  <a:srgbClr val="1F2937"/>
                </a:solidFill>
                <a:latin typeface="Courier New"/>
              </a:rPr>
              <a:t>)</a:t>
            </a:r>
            <a:r>
              <a:rPr sz="1300" b="0">
                <a:solidFill>
                  <a:srgbClr val="1F2937"/>
                </a:solidFill>
                <a:latin typeface="Courier New"/>
              </a:rPr>
              <a:t> </a:t>
            </a:r>
            <a:r>
              <a:rPr sz="1300" b="0">
                <a:solidFill>
                  <a:srgbClr val="1F2937"/>
                </a:solidFill>
                <a:latin typeface="Courier New"/>
              </a:rPr>
              <a:t>{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300" b="0">
                <a:solidFill>
                  <a:srgbClr val="1F2937"/>
                </a:solidFill>
                <a:latin typeface="Courier New"/>
              </a:rPr>
              <a:t>cf</a:t>
            </a:r>
            <a:r>
              <a:rPr sz="1300" b="0">
                <a:solidFill>
                  <a:srgbClr val="1F2937"/>
                </a:solidFill>
                <a:latin typeface="Courier New"/>
              </a:rPr>
              <a:t>-</a:t>
            </a:r>
            <a:r>
              <a:rPr sz="1300" b="0">
                <a:solidFill>
                  <a:srgbClr val="1F2937"/>
                </a:solidFill>
                <a:latin typeface="Courier New"/>
              </a:rPr>
              <a:t>&gt;</a:t>
            </a:r>
            <a:r>
              <a:rPr sz="1300" b="0">
                <a:solidFill>
                  <a:srgbClr val="1F2937"/>
                </a:solidFill>
                <a:latin typeface="Courier New"/>
              </a:rPr>
              <a:t>methods_count</a:t>
            </a:r>
            <a:r>
              <a:rPr sz="1300" b="0">
                <a:solidFill>
                  <a:srgbClr val="1F2937"/>
                </a:solidFill>
                <a:latin typeface="Courier New"/>
              </a:rPr>
              <a:t> </a:t>
            </a:r>
            <a:r>
              <a:rPr sz="1300" b="0">
                <a:solidFill>
                  <a:srgbClr val="1F2937"/>
                </a:solidFill>
                <a:latin typeface="Courier New"/>
              </a:rPr>
              <a:t>=</a:t>
            </a:r>
            <a:r>
              <a:rPr sz="1300" b="0">
                <a:solidFill>
                  <a:srgbClr val="1F2937"/>
                </a:solidFill>
                <a:latin typeface="Courier New"/>
              </a:rPr>
              <a:t> </a:t>
            </a:r>
            <a:r>
              <a:rPr sz="1300" b="0">
                <a:solidFill>
                  <a:srgbClr val="B45309"/>
                </a:solidFill>
                <a:latin typeface="Courier New"/>
              </a:rPr>
              <a:t>u2Read</a:t>
            </a:r>
            <a:r>
              <a:rPr sz="1300" b="0">
                <a:solidFill>
                  <a:srgbClr val="1F2937"/>
                </a:solidFill>
                <a:latin typeface="Courier New"/>
              </a:rPr>
              <a:t>(</a:t>
            </a:r>
            <a:r>
              <a:rPr sz="1300" b="0">
                <a:solidFill>
                  <a:srgbClr val="1F2937"/>
                </a:solidFill>
                <a:latin typeface="Courier New"/>
              </a:rPr>
              <a:t>fp</a:t>
            </a:r>
            <a:r>
              <a:rPr sz="1300" b="0">
                <a:solidFill>
                  <a:srgbClr val="1F2937"/>
                </a:solidFill>
                <a:latin typeface="Courier New"/>
              </a:rPr>
              <a:t>)</a:t>
            </a:r>
            <a:r>
              <a:rPr sz="130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Courier New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101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3D5AFE"/>
                </a:solidFill>
                <a:latin typeface="Arial"/>
              </a:rPr>
              <a:t>●  </a:t>
            </a:r>
            <a:r>
              <a:rPr sz="1800" b="1">
                <a:solidFill>
                  <a:srgbClr val="FFFFFF"/>
                </a:solidFill>
                <a:latin typeface="Courier New"/>
              </a:rPr>
              <a:t>readMethods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11064240" cy="2971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10698480" cy="274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C27B0"/>
                </a:solidFill>
                <a:latin typeface="Courier New"/>
              </a:rPr>
              <a:t>void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B45309"/>
                </a:solidFill>
                <a:latin typeface="Courier New"/>
              </a:rPr>
              <a:t>readMethods</a:t>
            </a:r>
            <a:r>
              <a:rPr sz="1050" b="0">
                <a:solidFill>
                  <a:srgbClr val="1F2937"/>
                </a:solidFill>
                <a:latin typeface="Courier New"/>
              </a:rPr>
              <a:t>(</a:t>
            </a:r>
            <a:r>
              <a:rPr sz="1050" b="0">
                <a:solidFill>
                  <a:srgbClr val="0E7490"/>
                </a:solidFill>
                <a:latin typeface="Courier New"/>
              </a:rPr>
              <a:t>ClassFile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*</a:t>
            </a:r>
            <a:r>
              <a:rPr sz="1050" b="0">
                <a:solidFill>
                  <a:srgbClr val="1F2937"/>
                </a:solidFill>
                <a:latin typeface="Courier New"/>
              </a:rPr>
              <a:t>cf</a:t>
            </a:r>
            <a:r>
              <a:rPr sz="1050" b="0">
                <a:solidFill>
                  <a:srgbClr val="1F2937"/>
                </a:solidFill>
                <a:latin typeface="Courier New"/>
              </a:rPr>
              <a:t>,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0E7490"/>
                </a:solidFill>
                <a:latin typeface="Courier New"/>
              </a:rPr>
              <a:t>FILE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*</a:t>
            </a:r>
            <a:r>
              <a:rPr sz="1050" b="0">
                <a:solidFill>
                  <a:srgbClr val="1F2937"/>
                </a:solidFill>
                <a:latin typeface="Courier New"/>
              </a:rPr>
              <a:t>fp</a:t>
            </a:r>
            <a:r>
              <a:rPr sz="1050" b="0">
                <a:solidFill>
                  <a:srgbClr val="1F2937"/>
                </a:solidFill>
                <a:latin typeface="Courier New"/>
              </a:rPr>
              <a:t>)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{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cf</a:t>
            </a:r>
            <a:r>
              <a:rPr sz="1050" b="0">
                <a:solidFill>
                  <a:srgbClr val="1F2937"/>
                </a:solidFill>
                <a:latin typeface="Courier New"/>
              </a:rPr>
              <a:t>-</a:t>
            </a:r>
            <a:r>
              <a:rPr sz="1050" b="0">
                <a:solidFill>
                  <a:srgbClr val="1F2937"/>
                </a:solidFill>
                <a:latin typeface="Courier New"/>
              </a:rPr>
              <a:t>&gt;</a:t>
            </a:r>
            <a:r>
              <a:rPr sz="1050" b="0">
                <a:solidFill>
                  <a:srgbClr val="1F2937"/>
                </a:solidFill>
                <a:latin typeface="Courier New"/>
              </a:rPr>
              <a:t>methods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=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(</a:t>
            </a:r>
            <a:r>
              <a:rPr sz="1050" b="0">
                <a:solidFill>
                  <a:srgbClr val="0E7490"/>
                </a:solidFill>
                <a:latin typeface="Courier New"/>
              </a:rPr>
              <a:t>method_info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*</a:t>
            </a:r>
            <a:r>
              <a:rPr sz="1050" b="0">
                <a:solidFill>
                  <a:srgbClr val="1F2937"/>
                </a:solidFill>
                <a:latin typeface="Courier New"/>
              </a:rPr>
              <a:t>)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B45309"/>
                </a:solidFill>
                <a:latin typeface="Courier New"/>
              </a:rPr>
              <a:t>malloc</a:t>
            </a:r>
            <a:r>
              <a:rPr sz="1050" b="0">
                <a:solidFill>
                  <a:srgbClr val="1F2937"/>
                </a:solidFill>
                <a:latin typeface="Courier New"/>
              </a:rPr>
              <a:t>(</a:t>
            </a:r>
            <a:r>
              <a:rPr sz="1050" b="0">
                <a:solidFill>
                  <a:srgbClr val="1F2937"/>
                </a:solidFill>
                <a:latin typeface="Courier New"/>
              </a:rPr>
              <a:t>cf</a:t>
            </a:r>
            <a:r>
              <a:rPr sz="1050" b="0">
                <a:solidFill>
                  <a:srgbClr val="1F2937"/>
                </a:solidFill>
                <a:latin typeface="Courier New"/>
              </a:rPr>
              <a:t>-</a:t>
            </a:r>
            <a:r>
              <a:rPr sz="1050" b="0">
                <a:solidFill>
                  <a:srgbClr val="1F2937"/>
                </a:solidFill>
                <a:latin typeface="Courier New"/>
              </a:rPr>
              <a:t>&gt;</a:t>
            </a:r>
            <a:r>
              <a:rPr sz="1050" b="0">
                <a:solidFill>
                  <a:srgbClr val="1F2937"/>
                </a:solidFill>
                <a:latin typeface="Courier New"/>
              </a:rPr>
              <a:t>methods_count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*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9C27B0"/>
                </a:solidFill>
                <a:latin typeface="Courier New"/>
              </a:rPr>
              <a:t>sizeof</a:t>
            </a:r>
            <a:r>
              <a:rPr sz="1050" b="0">
                <a:solidFill>
                  <a:srgbClr val="1F2937"/>
                </a:solidFill>
                <a:latin typeface="Courier New"/>
              </a:rPr>
              <a:t>(</a:t>
            </a:r>
            <a:r>
              <a:rPr sz="1050" b="0">
                <a:solidFill>
                  <a:srgbClr val="0E7490"/>
                </a:solidFill>
                <a:latin typeface="Courier New"/>
              </a:rPr>
              <a:t>method_info</a:t>
            </a:r>
            <a:r>
              <a:rPr sz="1050" b="0">
                <a:solidFill>
                  <a:srgbClr val="1F2937"/>
                </a:solidFill>
                <a:latin typeface="Courier New"/>
              </a:rPr>
              <a:t>)</a:t>
            </a:r>
            <a:r>
              <a:rPr sz="1050" b="0">
                <a:solidFill>
                  <a:srgbClr val="1F2937"/>
                </a:solidFill>
                <a:latin typeface="Courier New"/>
              </a:rPr>
              <a:t>)</a:t>
            </a:r>
            <a:r>
              <a:rPr sz="10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050" b="0">
                <a:solidFill>
                  <a:srgbClr val="9C27B0"/>
                </a:solidFill>
                <a:latin typeface="Courier New"/>
              </a:rPr>
              <a:t>for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(</a:t>
            </a:r>
            <a:r>
              <a:rPr sz="1050" b="0">
                <a:solidFill>
                  <a:srgbClr val="0E7490"/>
                </a:solidFill>
                <a:latin typeface="Courier New"/>
              </a:rPr>
              <a:t>u2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i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=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047857"/>
                </a:solidFill>
                <a:latin typeface="Courier New"/>
              </a:rPr>
              <a:t>0</a:t>
            </a:r>
            <a:r>
              <a:rPr sz="1050" b="0">
                <a:solidFill>
                  <a:srgbClr val="1F2937"/>
                </a:solidFill>
                <a:latin typeface="Courier New"/>
              </a:rPr>
              <a:t>;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i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&lt;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cf</a:t>
            </a:r>
            <a:r>
              <a:rPr sz="1050" b="0">
                <a:solidFill>
                  <a:srgbClr val="1F2937"/>
                </a:solidFill>
                <a:latin typeface="Courier New"/>
              </a:rPr>
              <a:t>-</a:t>
            </a:r>
            <a:r>
              <a:rPr sz="1050" b="0">
                <a:solidFill>
                  <a:srgbClr val="1F2937"/>
                </a:solidFill>
                <a:latin typeface="Courier New"/>
              </a:rPr>
              <a:t>&gt;</a:t>
            </a:r>
            <a:r>
              <a:rPr sz="1050" b="0">
                <a:solidFill>
                  <a:srgbClr val="1F2937"/>
                </a:solidFill>
                <a:latin typeface="Courier New"/>
              </a:rPr>
              <a:t>methods_count</a:t>
            </a:r>
            <a:r>
              <a:rPr sz="1050" b="0">
                <a:solidFill>
                  <a:srgbClr val="1F2937"/>
                </a:solidFill>
                <a:latin typeface="Courier New"/>
              </a:rPr>
              <a:t>;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i</a:t>
            </a:r>
            <a:r>
              <a:rPr sz="1050" b="0">
                <a:solidFill>
                  <a:srgbClr val="1F2937"/>
                </a:solidFill>
                <a:latin typeface="Courier New"/>
              </a:rPr>
              <a:t>+</a:t>
            </a:r>
            <a:r>
              <a:rPr sz="1050" b="0">
                <a:solidFill>
                  <a:srgbClr val="1F2937"/>
                </a:solidFill>
                <a:latin typeface="Courier New"/>
              </a:rPr>
              <a:t>+</a:t>
            </a:r>
            <a:r>
              <a:rPr sz="1050" b="0">
                <a:solidFill>
                  <a:srgbClr val="1F2937"/>
                </a:solidFill>
                <a:latin typeface="Courier New"/>
              </a:rPr>
              <a:t>)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{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ourier New"/>
              </a:rPr>
              <a:t>       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cf</a:t>
            </a:r>
            <a:r>
              <a:rPr sz="1050" b="0">
                <a:solidFill>
                  <a:srgbClr val="1F2937"/>
                </a:solidFill>
                <a:latin typeface="Courier New"/>
              </a:rPr>
              <a:t>-</a:t>
            </a:r>
            <a:r>
              <a:rPr sz="1050" b="0">
                <a:solidFill>
                  <a:srgbClr val="1F2937"/>
                </a:solidFill>
                <a:latin typeface="Courier New"/>
              </a:rPr>
              <a:t>&gt;</a:t>
            </a:r>
            <a:r>
              <a:rPr sz="1050" b="0">
                <a:solidFill>
                  <a:srgbClr val="1F2937"/>
                </a:solidFill>
                <a:latin typeface="Courier New"/>
              </a:rPr>
              <a:t>methods</a:t>
            </a:r>
            <a:r>
              <a:rPr sz="1050" b="0">
                <a:solidFill>
                  <a:srgbClr val="1F2937"/>
                </a:solidFill>
                <a:latin typeface="Courier New"/>
              </a:rPr>
              <a:t>[</a:t>
            </a:r>
            <a:r>
              <a:rPr sz="1050" b="0">
                <a:solidFill>
                  <a:srgbClr val="1F2937"/>
                </a:solidFill>
                <a:latin typeface="Courier New"/>
              </a:rPr>
              <a:t>i</a:t>
            </a:r>
            <a:r>
              <a:rPr sz="1050" b="0">
                <a:solidFill>
                  <a:srgbClr val="1F2937"/>
                </a:solidFill>
                <a:latin typeface="Courier New"/>
              </a:rPr>
              <a:t>]</a:t>
            </a:r>
            <a:r>
              <a:rPr sz="1050" b="0">
                <a:solidFill>
                  <a:srgbClr val="1F2937"/>
                </a:solidFill>
                <a:latin typeface="Courier New"/>
              </a:rPr>
              <a:t>.</a:t>
            </a:r>
            <a:r>
              <a:rPr sz="1050" b="0">
                <a:solidFill>
                  <a:srgbClr val="1F2937"/>
                </a:solidFill>
                <a:latin typeface="Courier New"/>
              </a:rPr>
              <a:t>access_flags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   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=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B45309"/>
                </a:solidFill>
                <a:latin typeface="Courier New"/>
              </a:rPr>
              <a:t>u2Read</a:t>
            </a:r>
            <a:r>
              <a:rPr sz="1050" b="0">
                <a:solidFill>
                  <a:srgbClr val="1F2937"/>
                </a:solidFill>
                <a:latin typeface="Courier New"/>
              </a:rPr>
              <a:t>(</a:t>
            </a:r>
            <a:r>
              <a:rPr sz="1050" b="0">
                <a:solidFill>
                  <a:srgbClr val="1F2937"/>
                </a:solidFill>
                <a:latin typeface="Courier New"/>
              </a:rPr>
              <a:t>fp</a:t>
            </a:r>
            <a:r>
              <a:rPr sz="1050" b="0">
                <a:solidFill>
                  <a:srgbClr val="1F2937"/>
                </a:solidFill>
                <a:latin typeface="Courier New"/>
              </a:rPr>
              <a:t>)</a:t>
            </a:r>
            <a:r>
              <a:rPr sz="10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ourier New"/>
              </a:rPr>
              <a:t>       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cf</a:t>
            </a:r>
            <a:r>
              <a:rPr sz="1050" b="0">
                <a:solidFill>
                  <a:srgbClr val="1F2937"/>
                </a:solidFill>
                <a:latin typeface="Courier New"/>
              </a:rPr>
              <a:t>-</a:t>
            </a:r>
            <a:r>
              <a:rPr sz="1050" b="0">
                <a:solidFill>
                  <a:srgbClr val="1F2937"/>
                </a:solidFill>
                <a:latin typeface="Courier New"/>
              </a:rPr>
              <a:t>&gt;</a:t>
            </a:r>
            <a:r>
              <a:rPr sz="1050" b="0">
                <a:solidFill>
                  <a:srgbClr val="1F2937"/>
                </a:solidFill>
                <a:latin typeface="Courier New"/>
              </a:rPr>
              <a:t>methods</a:t>
            </a:r>
            <a:r>
              <a:rPr sz="1050" b="0">
                <a:solidFill>
                  <a:srgbClr val="1F2937"/>
                </a:solidFill>
                <a:latin typeface="Courier New"/>
              </a:rPr>
              <a:t>[</a:t>
            </a:r>
            <a:r>
              <a:rPr sz="1050" b="0">
                <a:solidFill>
                  <a:srgbClr val="1F2937"/>
                </a:solidFill>
                <a:latin typeface="Courier New"/>
              </a:rPr>
              <a:t>i</a:t>
            </a:r>
            <a:r>
              <a:rPr sz="1050" b="0">
                <a:solidFill>
                  <a:srgbClr val="1F2937"/>
                </a:solidFill>
                <a:latin typeface="Courier New"/>
              </a:rPr>
              <a:t>]</a:t>
            </a:r>
            <a:r>
              <a:rPr sz="1050" b="0">
                <a:solidFill>
                  <a:srgbClr val="1F2937"/>
                </a:solidFill>
                <a:latin typeface="Courier New"/>
              </a:rPr>
              <a:t>.</a:t>
            </a:r>
            <a:r>
              <a:rPr sz="1050" b="0">
                <a:solidFill>
                  <a:srgbClr val="1F2937"/>
                </a:solidFill>
                <a:latin typeface="Courier New"/>
              </a:rPr>
              <a:t>name_index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     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=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B45309"/>
                </a:solidFill>
                <a:latin typeface="Courier New"/>
              </a:rPr>
              <a:t>u2Read</a:t>
            </a:r>
            <a:r>
              <a:rPr sz="1050" b="0">
                <a:solidFill>
                  <a:srgbClr val="1F2937"/>
                </a:solidFill>
                <a:latin typeface="Courier New"/>
              </a:rPr>
              <a:t>(</a:t>
            </a:r>
            <a:r>
              <a:rPr sz="1050" b="0">
                <a:solidFill>
                  <a:srgbClr val="1F2937"/>
                </a:solidFill>
                <a:latin typeface="Courier New"/>
              </a:rPr>
              <a:t>fp</a:t>
            </a:r>
            <a:r>
              <a:rPr sz="1050" b="0">
                <a:solidFill>
                  <a:srgbClr val="1F2937"/>
                </a:solidFill>
                <a:latin typeface="Courier New"/>
              </a:rPr>
              <a:t>)</a:t>
            </a:r>
            <a:r>
              <a:rPr sz="10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ourier New"/>
              </a:rPr>
              <a:t>       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cf</a:t>
            </a:r>
            <a:r>
              <a:rPr sz="1050" b="0">
                <a:solidFill>
                  <a:srgbClr val="1F2937"/>
                </a:solidFill>
                <a:latin typeface="Courier New"/>
              </a:rPr>
              <a:t>-</a:t>
            </a:r>
            <a:r>
              <a:rPr sz="1050" b="0">
                <a:solidFill>
                  <a:srgbClr val="1F2937"/>
                </a:solidFill>
                <a:latin typeface="Courier New"/>
              </a:rPr>
              <a:t>&gt;</a:t>
            </a:r>
            <a:r>
              <a:rPr sz="1050" b="0">
                <a:solidFill>
                  <a:srgbClr val="1F2937"/>
                </a:solidFill>
                <a:latin typeface="Courier New"/>
              </a:rPr>
              <a:t>methods</a:t>
            </a:r>
            <a:r>
              <a:rPr sz="1050" b="0">
                <a:solidFill>
                  <a:srgbClr val="1F2937"/>
                </a:solidFill>
                <a:latin typeface="Courier New"/>
              </a:rPr>
              <a:t>[</a:t>
            </a:r>
            <a:r>
              <a:rPr sz="1050" b="0">
                <a:solidFill>
                  <a:srgbClr val="1F2937"/>
                </a:solidFill>
                <a:latin typeface="Courier New"/>
              </a:rPr>
              <a:t>i</a:t>
            </a:r>
            <a:r>
              <a:rPr sz="1050" b="0">
                <a:solidFill>
                  <a:srgbClr val="1F2937"/>
                </a:solidFill>
                <a:latin typeface="Courier New"/>
              </a:rPr>
              <a:t>]</a:t>
            </a:r>
            <a:r>
              <a:rPr sz="1050" b="0">
                <a:solidFill>
                  <a:srgbClr val="1F2937"/>
                </a:solidFill>
                <a:latin typeface="Courier New"/>
              </a:rPr>
              <a:t>.</a:t>
            </a:r>
            <a:r>
              <a:rPr sz="1050" b="0">
                <a:solidFill>
                  <a:srgbClr val="1F2937"/>
                </a:solidFill>
                <a:latin typeface="Courier New"/>
              </a:rPr>
              <a:t>descriptor_index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=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B45309"/>
                </a:solidFill>
                <a:latin typeface="Courier New"/>
              </a:rPr>
              <a:t>u2Read</a:t>
            </a:r>
            <a:r>
              <a:rPr sz="1050" b="0">
                <a:solidFill>
                  <a:srgbClr val="1F2937"/>
                </a:solidFill>
                <a:latin typeface="Courier New"/>
              </a:rPr>
              <a:t>(</a:t>
            </a:r>
            <a:r>
              <a:rPr sz="1050" b="0">
                <a:solidFill>
                  <a:srgbClr val="1F2937"/>
                </a:solidFill>
                <a:latin typeface="Courier New"/>
              </a:rPr>
              <a:t>fp</a:t>
            </a:r>
            <a:r>
              <a:rPr sz="1050" b="0">
                <a:solidFill>
                  <a:srgbClr val="1F2937"/>
                </a:solidFill>
                <a:latin typeface="Courier New"/>
              </a:rPr>
              <a:t>)</a:t>
            </a:r>
            <a:r>
              <a:rPr sz="10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ourier New"/>
              </a:rPr>
              <a:t>       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cf</a:t>
            </a:r>
            <a:r>
              <a:rPr sz="1050" b="0">
                <a:solidFill>
                  <a:srgbClr val="1F2937"/>
                </a:solidFill>
                <a:latin typeface="Courier New"/>
              </a:rPr>
              <a:t>-</a:t>
            </a:r>
            <a:r>
              <a:rPr sz="1050" b="0">
                <a:solidFill>
                  <a:srgbClr val="1F2937"/>
                </a:solidFill>
                <a:latin typeface="Courier New"/>
              </a:rPr>
              <a:t>&gt;</a:t>
            </a:r>
            <a:r>
              <a:rPr sz="1050" b="0">
                <a:solidFill>
                  <a:srgbClr val="1F2937"/>
                </a:solidFill>
                <a:latin typeface="Courier New"/>
              </a:rPr>
              <a:t>methods</a:t>
            </a:r>
            <a:r>
              <a:rPr sz="1050" b="0">
                <a:solidFill>
                  <a:srgbClr val="1F2937"/>
                </a:solidFill>
                <a:latin typeface="Courier New"/>
              </a:rPr>
              <a:t>[</a:t>
            </a:r>
            <a:r>
              <a:rPr sz="1050" b="0">
                <a:solidFill>
                  <a:srgbClr val="1F2937"/>
                </a:solidFill>
                <a:latin typeface="Courier New"/>
              </a:rPr>
              <a:t>i</a:t>
            </a:r>
            <a:r>
              <a:rPr sz="1050" b="0">
                <a:solidFill>
                  <a:srgbClr val="1F2937"/>
                </a:solidFill>
                <a:latin typeface="Courier New"/>
              </a:rPr>
              <a:t>]</a:t>
            </a:r>
            <a:r>
              <a:rPr sz="1050" b="0">
                <a:solidFill>
                  <a:srgbClr val="1F2937"/>
                </a:solidFill>
                <a:latin typeface="Courier New"/>
              </a:rPr>
              <a:t>.</a:t>
            </a:r>
            <a:r>
              <a:rPr sz="1050" b="0">
                <a:solidFill>
                  <a:srgbClr val="1F2937"/>
                </a:solidFill>
                <a:latin typeface="Courier New"/>
              </a:rPr>
              <a:t>attributes_count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=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B45309"/>
                </a:solidFill>
                <a:latin typeface="Courier New"/>
              </a:rPr>
              <a:t>u2Read</a:t>
            </a:r>
            <a:r>
              <a:rPr sz="1050" b="0">
                <a:solidFill>
                  <a:srgbClr val="1F2937"/>
                </a:solidFill>
                <a:latin typeface="Courier New"/>
              </a:rPr>
              <a:t>(</a:t>
            </a:r>
            <a:r>
              <a:rPr sz="1050" b="0">
                <a:solidFill>
                  <a:srgbClr val="1F2937"/>
                </a:solidFill>
                <a:latin typeface="Courier New"/>
              </a:rPr>
              <a:t>fp</a:t>
            </a:r>
            <a:r>
              <a:rPr sz="1050" b="0">
                <a:solidFill>
                  <a:srgbClr val="1F2937"/>
                </a:solidFill>
                <a:latin typeface="Courier New"/>
              </a:rPr>
              <a:t>)</a:t>
            </a:r>
            <a:r>
              <a:rPr sz="10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ourier New"/>
              </a:rPr>
              <a:t>        </a:t>
            </a:r>
            <a:r>
              <a:rPr sz="1050" b="0">
                <a:solidFill>
                  <a:srgbClr val="9C27B0"/>
                </a:solidFill>
                <a:latin typeface="Courier New"/>
              </a:rPr>
              <a:t>for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(</a:t>
            </a:r>
            <a:r>
              <a:rPr sz="1050" b="0">
                <a:solidFill>
                  <a:srgbClr val="0E7490"/>
                </a:solidFill>
                <a:latin typeface="Courier New"/>
              </a:rPr>
              <a:t>u2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j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=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047857"/>
                </a:solidFill>
                <a:latin typeface="Courier New"/>
              </a:rPr>
              <a:t>0</a:t>
            </a:r>
            <a:r>
              <a:rPr sz="1050" b="0">
                <a:solidFill>
                  <a:srgbClr val="1F2937"/>
                </a:solidFill>
                <a:latin typeface="Courier New"/>
              </a:rPr>
              <a:t>;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j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&lt;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cf</a:t>
            </a:r>
            <a:r>
              <a:rPr sz="1050" b="0">
                <a:solidFill>
                  <a:srgbClr val="1F2937"/>
                </a:solidFill>
                <a:latin typeface="Courier New"/>
              </a:rPr>
              <a:t>-</a:t>
            </a:r>
            <a:r>
              <a:rPr sz="1050" b="0">
                <a:solidFill>
                  <a:srgbClr val="1F2937"/>
                </a:solidFill>
                <a:latin typeface="Courier New"/>
              </a:rPr>
              <a:t>&gt;</a:t>
            </a:r>
            <a:r>
              <a:rPr sz="1050" b="0">
                <a:solidFill>
                  <a:srgbClr val="1F2937"/>
                </a:solidFill>
                <a:latin typeface="Courier New"/>
              </a:rPr>
              <a:t>methods</a:t>
            </a:r>
            <a:r>
              <a:rPr sz="1050" b="0">
                <a:solidFill>
                  <a:srgbClr val="1F2937"/>
                </a:solidFill>
                <a:latin typeface="Courier New"/>
              </a:rPr>
              <a:t>[</a:t>
            </a:r>
            <a:r>
              <a:rPr sz="1050" b="0">
                <a:solidFill>
                  <a:srgbClr val="1F2937"/>
                </a:solidFill>
                <a:latin typeface="Courier New"/>
              </a:rPr>
              <a:t>i</a:t>
            </a:r>
            <a:r>
              <a:rPr sz="1050" b="0">
                <a:solidFill>
                  <a:srgbClr val="1F2937"/>
                </a:solidFill>
                <a:latin typeface="Courier New"/>
              </a:rPr>
              <a:t>]</a:t>
            </a:r>
            <a:r>
              <a:rPr sz="1050" b="0">
                <a:solidFill>
                  <a:srgbClr val="1F2937"/>
                </a:solidFill>
                <a:latin typeface="Courier New"/>
              </a:rPr>
              <a:t>.</a:t>
            </a:r>
            <a:r>
              <a:rPr sz="1050" b="0">
                <a:solidFill>
                  <a:srgbClr val="1F2937"/>
                </a:solidFill>
                <a:latin typeface="Courier New"/>
              </a:rPr>
              <a:t>attributes_count</a:t>
            </a:r>
            <a:r>
              <a:rPr sz="1050" b="0">
                <a:solidFill>
                  <a:srgbClr val="1F2937"/>
                </a:solidFill>
                <a:latin typeface="Courier New"/>
              </a:rPr>
              <a:t>;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j</a:t>
            </a:r>
            <a:r>
              <a:rPr sz="1050" b="0">
                <a:solidFill>
                  <a:srgbClr val="1F2937"/>
                </a:solidFill>
                <a:latin typeface="Courier New"/>
              </a:rPr>
              <a:t>+</a:t>
            </a:r>
            <a:r>
              <a:rPr sz="1050" b="0">
                <a:solidFill>
                  <a:srgbClr val="1F2937"/>
                </a:solidFill>
                <a:latin typeface="Courier New"/>
              </a:rPr>
              <a:t>+</a:t>
            </a:r>
            <a:r>
              <a:rPr sz="1050" b="0">
                <a:solidFill>
                  <a:srgbClr val="1F2937"/>
                </a:solidFill>
                <a:latin typeface="Courier New"/>
              </a:rPr>
              <a:t>)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{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ourier New"/>
              </a:rPr>
              <a:t>            </a:t>
            </a:r>
            <a:r>
              <a:rPr sz="1050" b="0">
                <a:solidFill>
                  <a:srgbClr val="B45309"/>
                </a:solidFill>
                <a:latin typeface="Courier New"/>
              </a:rPr>
              <a:t>u2Read</a:t>
            </a:r>
            <a:r>
              <a:rPr sz="1050" b="0">
                <a:solidFill>
                  <a:srgbClr val="1F2937"/>
                </a:solidFill>
                <a:latin typeface="Courier New"/>
              </a:rPr>
              <a:t>(</a:t>
            </a:r>
            <a:r>
              <a:rPr sz="1050" b="0">
                <a:solidFill>
                  <a:srgbClr val="1F2937"/>
                </a:solidFill>
                <a:latin typeface="Courier New"/>
              </a:rPr>
              <a:t>fp</a:t>
            </a:r>
            <a:r>
              <a:rPr sz="1050" b="0">
                <a:solidFill>
                  <a:srgbClr val="1F2937"/>
                </a:solidFill>
                <a:latin typeface="Courier New"/>
              </a:rPr>
              <a:t>)</a:t>
            </a:r>
            <a:r>
              <a:rPr sz="10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ourier New"/>
              </a:rPr>
              <a:t>            </a:t>
            </a:r>
            <a:r>
              <a:rPr sz="1050" b="0">
                <a:solidFill>
                  <a:srgbClr val="0E7490"/>
                </a:solidFill>
                <a:latin typeface="Courier New"/>
              </a:rPr>
              <a:t>u4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len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=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B45309"/>
                </a:solidFill>
                <a:latin typeface="Courier New"/>
              </a:rPr>
              <a:t>u4Read</a:t>
            </a:r>
            <a:r>
              <a:rPr sz="1050" b="0">
                <a:solidFill>
                  <a:srgbClr val="1F2937"/>
                </a:solidFill>
                <a:latin typeface="Courier New"/>
              </a:rPr>
              <a:t>(</a:t>
            </a:r>
            <a:r>
              <a:rPr sz="1050" b="0">
                <a:solidFill>
                  <a:srgbClr val="1F2937"/>
                </a:solidFill>
                <a:latin typeface="Courier New"/>
              </a:rPr>
              <a:t>fp</a:t>
            </a:r>
            <a:r>
              <a:rPr sz="1050" b="0">
                <a:solidFill>
                  <a:srgbClr val="1F2937"/>
                </a:solidFill>
                <a:latin typeface="Courier New"/>
              </a:rPr>
              <a:t>)</a:t>
            </a:r>
            <a:r>
              <a:rPr sz="10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ourier New"/>
              </a:rPr>
              <a:t>            </a:t>
            </a:r>
            <a:r>
              <a:rPr sz="1050" b="0">
                <a:solidFill>
                  <a:srgbClr val="9C27B0"/>
                </a:solidFill>
                <a:latin typeface="Courier New"/>
              </a:rPr>
              <a:t>for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(</a:t>
            </a:r>
            <a:r>
              <a:rPr sz="1050" b="0">
                <a:solidFill>
                  <a:srgbClr val="0E7490"/>
                </a:solidFill>
                <a:latin typeface="Courier New"/>
              </a:rPr>
              <a:t>u4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k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=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047857"/>
                </a:solidFill>
                <a:latin typeface="Courier New"/>
              </a:rPr>
              <a:t>0</a:t>
            </a:r>
            <a:r>
              <a:rPr sz="1050" b="0">
                <a:solidFill>
                  <a:srgbClr val="1F2937"/>
                </a:solidFill>
                <a:latin typeface="Courier New"/>
              </a:rPr>
              <a:t>;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k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&lt;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len</a:t>
            </a:r>
            <a:r>
              <a:rPr sz="1050" b="0">
                <a:solidFill>
                  <a:srgbClr val="1F2937"/>
                </a:solidFill>
                <a:latin typeface="Courier New"/>
              </a:rPr>
              <a:t>;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k</a:t>
            </a:r>
            <a:r>
              <a:rPr sz="1050" b="0">
                <a:solidFill>
                  <a:srgbClr val="1F2937"/>
                </a:solidFill>
                <a:latin typeface="Courier New"/>
              </a:rPr>
              <a:t>+</a:t>
            </a:r>
            <a:r>
              <a:rPr sz="1050" b="0">
                <a:solidFill>
                  <a:srgbClr val="1F2937"/>
                </a:solidFill>
                <a:latin typeface="Courier New"/>
              </a:rPr>
              <a:t>+</a:t>
            </a:r>
            <a:r>
              <a:rPr sz="1050" b="0">
                <a:solidFill>
                  <a:srgbClr val="1F2937"/>
                </a:solidFill>
                <a:latin typeface="Courier New"/>
              </a:rPr>
              <a:t>)</a:t>
            </a:r>
            <a:r>
              <a:rPr sz="1050" b="0">
                <a:solidFill>
                  <a:srgbClr val="1F2937"/>
                </a:solidFill>
                <a:latin typeface="Courier New"/>
              </a:rPr>
              <a:t> </a:t>
            </a:r>
            <a:r>
              <a:rPr sz="1050" b="0">
                <a:solidFill>
                  <a:srgbClr val="B45309"/>
                </a:solidFill>
                <a:latin typeface="Courier New"/>
              </a:rPr>
              <a:t>u1Read</a:t>
            </a:r>
            <a:r>
              <a:rPr sz="1050" b="0">
                <a:solidFill>
                  <a:srgbClr val="1F2937"/>
                </a:solidFill>
                <a:latin typeface="Courier New"/>
              </a:rPr>
              <a:t>(</a:t>
            </a:r>
            <a:r>
              <a:rPr sz="1050" b="0">
                <a:solidFill>
                  <a:srgbClr val="1F2937"/>
                </a:solidFill>
                <a:latin typeface="Courier New"/>
              </a:rPr>
              <a:t>fp</a:t>
            </a:r>
            <a:r>
              <a:rPr sz="1050" b="0">
                <a:solidFill>
                  <a:srgbClr val="1F2937"/>
                </a:solidFill>
                <a:latin typeface="Courier New"/>
              </a:rPr>
              <a:t>)</a:t>
            </a:r>
            <a:r>
              <a:rPr sz="10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ourier New"/>
              </a:rPr>
              <a:t>       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050" b="0">
                <a:solidFill>
                  <a:srgbClr val="1F2937"/>
                </a:solidFill>
                <a:latin typeface="Courier New"/>
              </a:rPr>
              <a:t>}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F2937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Methods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1078992"/>
            <a:ext cx="12191695" cy="0"/>
          </a:xfrm>
          <a:prstGeom prst="line">
            <a:avLst/>
          </a:prstGeom>
          <a:ln w="20320">
            <a:solidFill>
              <a:srgbClr val="3A4B7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1046988"/>
            <a:ext cx="566928" cy="64008"/>
          </a:xfrm>
          <a:prstGeom prst="rect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900" b="0">
                <a:solidFill>
                  <a:srgbClr val="D7DFF2"/>
                </a:solidFill>
                <a:latin typeface="Arial"/>
              </a:rPr>
              <a:t>Leitura de </a:t>
            </a:r>
            <a:r>
              <a:rPr sz="1900" b="0">
                <a:solidFill>
                  <a:srgbClr val="D7DFF2"/>
                </a:solidFill>
                <a:latin typeface="Courier New"/>
              </a:rPr>
              <a:t>methods_count</a:t>
            </a:r>
            <a:r>
              <a:rPr sz="1900" b="0">
                <a:solidFill>
                  <a:srgbClr val="D7DFF2"/>
                </a:solidFill>
                <a:latin typeface="Arial"/>
              </a:rPr>
              <a:t> e </a:t>
            </a:r>
            <a:r>
              <a:rPr sz="1900" b="0">
                <a:solidFill>
                  <a:srgbClr val="D7DFF2"/>
                </a:solidFill>
                <a:latin typeface="Courier New"/>
              </a:rPr>
              <a:t>methods[]</a:t>
            </a:r>
            <a:r>
              <a:rPr sz="1900" b="0">
                <a:solidFill>
                  <a:srgbClr val="D7DFF2"/>
                </a:solidFill>
                <a:latin typeface="Arial"/>
              </a:rPr>
              <a:t> conforme a JVM Spec §4.6. Cada método é armazenado em </a:t>
            </a:r>
            <a:r>
              <a:rPr sz="1900" b="0">
                <a:solidFill>
                  <a:srgbClr val="D7DFF2"/>
                </a:solidFill>
                <a:latin typeface="Courier New"/>
              </a:rPr>
              <a:t>methods[]</a:t>
            </a:r>
            <a:r>
              <a:rPr sz="1900" b="0">
                <a:solidFill>
                  <a:srgbClr val="D7DFF2"/>
                </a:solidFill>
                <a:latin typeface="Arial"/>
              </a:rPr>
              <a:t> na struct </a:t>
            </a:r>
            <a:r>
              <a:rPr sz="1900" b="0">
                <a:solidFill>
                  <a:srgbClr val="D7DFF2"/>
                </a:solidFill>
                <a:latin typeface="Courier New"/>
              </a:rPr>
              <a:t>ClassFile</a:t>
            </a:r>
            <a:r>
              <a:rPr sz="1900" b="0">
                <a:solidFill>
                  <a:srgbClr val="D7DFF2"/>
                </a:solidFill>
                <a:latin typeface="Arial"/>
              </a:rPr>
              <a:t>; os atributos de cada método são consumidos para manter o cursor correto no arquivo.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542032"/>
            <a:ext cx="8531352" cy="17556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2743200"/>
            <a:ext cx="8138160" cy="146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C27B0"/>
                </a:solidFill>
                <a:latin typeface="Courier New"/>
              </a:rPr>
              <a:t>for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1F2937"/>
                </a:solidFill>
                <a:latin typeface="Courier New"/>
              </a:rPr>
              <a:t>(</a:t>
            </a:r>
            <a:r>
              <a:rPr sz="1400" b="0">
                <a:solidFill>
                  <a:srgbClr val="0E7490"/>
                </a:solidFill>
                <a:latin typeface="Courier New"/>
              </a:rPr>
              <a:t>u2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1F2937"/>
                </a:solidFill>
                <a:latin typeface="Courier New"/>
              </a:rPr>
              <a:t>j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1F2937"/>
                </a:solidFill>
                <a:latin typeface="Courier New"/>
              </a:rPr>
              <a:t>=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047857"/>
                </a:solidFill>
                <a:latin typeface="Courier New"/>
              </a:rPr>
              <a:t>0</a:t>
            </a:r>
            <a:r>
              <a:rPr sz="1400" b="0">
                <a:solidFill>
                  <a:srgbClr val="1F2937"/>
                </a:solidFill>
                <a:latin typeface="Courier New"/>
              </a:rPr>
              <a:t>;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1F2937"/>
                </a:solidFill>
                <a:latin typeface="Courier New"/>
              </a:rPr>
              <a:t>j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1F2937"/>
                </a:solidFill>
                <a:latin typeface="Courier New"/>
              </a:rPr>
              <a:t>&lt;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1F2937"/>
                </a:solidFill>
                <a:latin typeface="Courier New"/>
              </a:rPr>
              <a:t>cf</a:t>
            </a:r>
            <a:r>
              <a:rPr sz="1400" b="0">
                <a:solidFill>
                  <a:srgbClr val="1F2937"/>
                </a:solidFill>
                <a:latin typeface="Courier New"/>
              </a:rPr>
              <a:t>-</a:t>
            </a:r>
            <a:r>
              <a:rPr sz="1400" b="0">
                <a:solidFill>
                  <a:srgbClr val="1F2937"/>
                </a:solidFill>
                <a:latin typeface="Courier New"/>
              </a:rPr>
              <a:t>&gt;</a:t>
            </a:r>
            <a:r>
              <a:rPr sz="1400" b="0">
                <a:solidFill>
                  <a:srgbClr val="1F2937"/>
                </a:solidFill>
                <a:latin typeface="Courier New"/>
              </a:rPr>
              <a:t>methods</a:t>
            </a:r>
            <a:r>
              <a:rPr sz="1400" b="0">
                <a:solidFill>
                  <a:srgbClr val="1F2937"/>
                </a:solidFill>
                <a:latin typeface="Courier New"/>
              </a:rPr>
              <a:t>[</a:t>
            </a:r>
            <a:r>
              <a:rPr sz="1400" b="0">
                <a:solidFill>
                  <a:srgbClr val="1F2937"/>
                </a:solidFill>
                <a:latin typeface="Courier New"/>
              </a:rPr>
              <a:t>i</a:t>
            </a:r>
            <a:r>
              <a:rPr sz="1400" b="0">
                <a:solidFill>
                  <a:srgbClr val="1F2937"/>
                </a:solidFill>
                <a:latin typeface="Courier New"/>
              </a:rPr>
              <a:t>]</a:t>
            </a:r>
            <a:r>
              <a:rPr sz="1400" b="0">
                <a:solidFill>
                  <a:srgbClr val="1F2937"/>
                </a:solidFill>
                <a:latin typeface="Courier New"/>
              </a:rPr>
              <a:t>.</a:t>
            </a:r>
            <a:r>
              <a:rPr sz="1400" b="0">
                <a:solidFill>
                  <a:srgbClr val="1F2937"/>
                </a:solidFill>
                <a:latin typeface="Courier New"/>
              </a:rPr>
              <a:t>attributes_count</a:t>
            </a:r>
            <a:r>
              <a:rPr sz="1400" b="0">
                <a:solidFill>
                  <a:srgbClr val="1F2937"/>
                </a:solidFill>
                <a:latin typeface="Courier New"/>
              </a:rPr>
              <a:t>;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1F2937"/>
                </a:solidFill>
                <a:latin typeface="Courier New"/>
              </a:rPr>
              <a:t>j</a:t>
            </a:r>
            <a:r>
              <a:rPr sz="1400" b="0">
                <a:solidFill>
                  <a:srgbClr val="1F2937"/>
                </a:solidFill>
                <a:latin typeface="Courier New"/>
              </a:rPr>
              <a:t>+</a:t>
            </a:r>
            <a:r>
              <a:rPr sz="1400" b="0">
                <a:solidFill>
                  <a:srgbClr val="1F2937"/>
                </a:solidFill>
                <a:latin typeface="Courier New"/>
              </a:rPr>
              <a:t>+</a:t>
            </a:r>
            <a:r>
              <a:rPr sz="1400" b="0">
                <a:solidFill>
                  <a:srgbClr val="1F2937"/>
                </a:solidFill>
                <a:latin typeface="Courier New"/>
              </a:rPr>
              <a:t>)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1F2937"/>
                </a:solidFill>
                <a:latin typeface="Courier New"/>
              </a:rPr>
              <a:t>{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400" b="0">
                <a:solidFill>
                  <a:srgbClr val="B45309"/>
                </a:solidFill>
                <a:latin typeface="Courier New"/>
              </a:rPr>
              <a:t>u2Read</a:t>
            </a:r>
            <a:r>
              <a:rPr sz="1400" b="0">
                <a:solidFill>
                  <a:srgbClr val="1F2937"/>
                </a:solidFill>
                <a:latin typeface="Courier New"/>
              </a:rPr>
              <a:t>(</a:t>
            </a:r>
            <a:r>
              <a:rPr sz="1400" b="0">
                <a:solidFill>
                  <a:srgbClr val="1F2937"/>
                </a:solidFill>
                <a:latin typeface="Courier New"/>
              </a:rPr>
              <a:t>fp</a:t>
            </a:r>
            <a:r>
              <a:rPr sz="1400" b="0">
                <a:solidFill>
                  <a:srgbClr val="1F2937"/>
                </a:solidFill>
                <a:latin typeface="Courier New"/>
              </a:rPr>
              <a:t>)</a:t>
            </a:r>
            <a:r>
              <a:rPr sz="140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400" b="0">
                <a:solidFill>
                  <a:srgbClr val="0E7490"/>
                </a:solidFill>
                <a:latin typeface="Courier New"/>
              </a:rPr>
              <a:t>u4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1F2937"/>
                </a:solidFill>
                <a:latin typeface="Courier New"/>
              </a:rPr>
              <a:t>len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1F2937"/>
                </a:solidFill>
                <a:latin typeface="Courier New"/>
              </a:rPr>
              <a:t>=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B45309"/>
                </a:solidFill>
                <a:latin typeface="Courier New"/>
              </a:rPr>
              <a:t>u4Read</a:t>
            </a:r>
            <a:r>
              <a:rPr sz="1400" b="0">
                <a:solidFill>
                  <a:srgbClr val="1F2937"/>
                </a:solidFill>
                <a:latin typeface="Courier New"/>
              </a:rPr>
              <a:t>(</a:t>
            </a:r>
            <a:r>
              <a:rPr sz="1400" b="0">
                <a:solidFill>
                  <a:srgbClr val="1F2937"/>
                </a:solidFill>
                <a:latin typeface="Courier New"/>
              </a:rPr>
              <a:t>fp</a:t>
            </a:r>
            <a:r>
              <a:rPr sz="1400" b="0">
                <a:solidFill>
                  <a:srgbClr val="1F2937"/>
                </a:solidFill>
                <a:latin typeface="Courier New"/>
              </a:rPr>
              <a:t>)</a:t>
            </a:r>
            <a:r>
              <a:rPr sz="140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400" b="0">
                <a:solidFill>
                  <a:srgbClr val="9C27B0"/>
                </a:solidFill>
                <a:latin typeface="Courier New"/>
              </a:rPr>
              <a:t>for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1F2937"/>
                </a:solidFill>
                <a:latin typeface="Courier New"/>
              </a:rPr>
              <a:t>(</a:t>
            </a:r>
            <a:r>
              <a:rPr sz="1400" b="0">
                <a:solidFill>
                  <a:srgbClr val="0E7490"/>
                </a:solidFill>
                <a:latin typeface="Courier New"/>
              </a:rPr>
              <a:t>u4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1F2937"/>
                </a:solidFill>
                <a:latin typeface="Courier New"/>
              </a:rPr>
              <a:t>k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1F2937"/>
                </a:solidFill>
                <a:latin typeface="Courier New"/>
              </a:rPr>
              <a:t>=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047857"/>
                </a:solidFill>
                <a:latin typeface="Courier New"/>
              </a:rPr>
              <a:t>0</a:t>
            </a:r>
            <a:r>
              <a:rPr sz="1400" b="0">
                <a:solidFill>
                  <a:srgbClr val="1F2937"/>
                </a:solidFill>
                <a:latin typeface="Courier New"/>
              </a:rPr>
              <a:t>;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1F2937"/>
                </a:solidFill>
                <a:latin typeface="Courier New"/>
              </a:rPr>
              <a:t>k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1F2937"/>
                </a:solidFill>
                <a:latin typeface="Courier New"/>
              </a:rPr>
              <a:t>&lt;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1F2937"/>
                </a:solidFill>
                <a:latin typeface="Courier New"/>
              </a:rPr>
              <a:t>len</a:t>
            </a:r>
            <a:r>
              <a:rPr sz="1400" b="0">
                <a:solidFill>
                  <a:srgbClr val="1F2937"/>
                </a:solidFill>
                <a:latin typeface="Courier New"/>
              </a:rPr>
              <a:t>;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1F2937"/>
                </a:solidFill>
                <a:latin typeface="Courier New"/>
              </a:rPr>
              <a:t>k</a:t>
            </a:r>
            <a:r>
              <a:rPr sz="1400" b="0">
                <a:solidFill>
                  <a:srgbClr val="1F2937"/>
                </a:solidFill>
                <a:latin typeface="Courier New"/>
              </a:rPr>
              <a:t>+</a:t>
            </a:r>
            <a:r>
              <a:rPr sz="1400" b="0">
                <a:solidFill>
                  <a:srgbClr val="1F2937"/>
                </a:solidFill>
                <a:latin typeface="Courier New"/>
              </a:rPr>
              <a:t>+</a:t>
            </a:r>
            <a:r>
              <a:rPr sz="1400" b="0">
                <a:solidFill>
                  <a:srgbClr val="1F2937"/>
                </a:solidFill>
                <a:latin typeface="Courier New"/>
              </a:rPr>
              <a:t>)</a:t>
            </a:r>
            <a:r>
              <a:rPr sz="1400" b="0">
                <a:solidFill>
                  <a:srgbClr val="1F2937"/>
                </a:solidFill>
                <a:latin typeface="Courier New"/>
              </a:rPr>
              <a:t> </a:t>
            </a:r>
            <a:r>
              <a:rPr sz="1400" b="0">
                <a:solidFill>
                  <a:srgbClr val="B45309"/>
                </a:solidFill>
                <a:latin typeface="Courier New"/>
              </a:rPr>
              <a:t>u1Read</a:t>
            </a:r>
            <a:r>
              <a:rPr sz="1400" b="0">
                <a:solidFill>
                  <a:srgbClr val="1F2937"/>
                </a:solidFill>
                <a:latin typeface="Courier New"/>
              </a:rPr>
              <a:t>(</a:t>
            </a:r>
            <a:r>
              <a:rPr sz="1400" b="0">
                <a:solidFill>
                  <a:srgbClr val="1F2937"/>
                </a:solidFill>
                <a:latin typeface="Courier New"/>
              </a:rPr>
              <a:t>fp</a:t>
            </a:r>
            <a:r>
              <a:rPr sz="1400" b="0">
                <a:solidFill>
                  <a:srgbClr val="1F2937"/>
                </a:solidFill>
                <a:latin typeface="Courier New"/>
              </a:rPr>
              <a:t>)</a:t>
            </a:r>
            <a:r>
              <a:rPr sz="140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Por que consumir os atributos?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38928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800" b="0">
                <a:solidFill>
                  <a:srgbClr val="D7DFF2"/>
                </a:solidFill>
                <a:latin typeface="Arial"/>
              </a:rPr>
              <a:t>Cada método pode ter atributos opcionais — como o Code, que guarda o bytecode. Mesmo sem exibi-los agora, é preciso ler e descartar esses bytes: caso contrário o leitor perde a posição no arquivo e tudo que vem depois é lido errado.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338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Testes</a:t>
            </a:r>
            <a:r>
              <a:rPr sz="2500" b="1">
                <a:solidFill>
                  <a:srgbClr val="FFFFFF"/>
                </a:solidFill>
                <a:latin typeface="Arial"/>
              </a:rPr>
              <a:t>   |   methods_count e methods[]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1078992"/>
            <a:ext cx="12191695" cy="0"/>
          </a:xfrm>
          <a:prstGeom prst="line">
            <a:avLst/>
          </a:prstGeom>
          <a:ln w="20320">
            <a:solidFill>
              <a:srgbClr val="3A4B7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1046988"/>
            <a:ext cx="566928" cy="64008"/>
          </a:xfrm>
          <a:prstGeom prst="rect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053328" y="1463040"/>
            <a:ext cx="0" cy="4892040"/>
          </a:xfrm>
          <a:prstGeom prst="line">
            <a:avLst/>
          </a:prstGeom>
          <a:ln w="17780">
            <a:solidFill>
              <a:srgbClr val="3A4B7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63040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700" b="0">
                <a:solidFill>
                  <a:srgbClr val="D7DFF2"/>
                </a:solidFill>
                <a:latin typeface="Arial"/>
              </a:rPr>
              <a:t>7 testes unitários: casos com bytes sintéticos e um teste de integração com Opa.class.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95728"/>
            <a:ext cx="5349240" cy="3584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4892040" cy="3584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33D52"/>
                </a:solidFill>
                <a:latin typeface="Courier New"/>
              </a:rPr>
              <a:t>=== methods unit tests ===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4252"/>
                </a:solidFill>
                <a:latin typeface="Courier New"/>
              </a:rPr>
              <a:t> 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E8A"/>
                </a:solidFill>
                <a:latin typeface="Courier New"/>
              </a:rPr>
              <a:t>-- readMethodsCount --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4252"/>
                </a:solidFill>
                <a:latin typeface="Courier New"/>
              </a:rPr>
              <a:t>  [TEST] test_methods_count_zero... </a:t>
            </a:r>
            <a:r>
              <a:rPr sz="1050" b="1">
                <a:solidFill>
                  <a:srgbClr val="159E3A"/>
                </a:solidFill>
                <a:latin typeface="Courier New"/>
              </a:rPr>
              <a:t>PASS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4252"/>
                </a:solidFill>
                <a:latin typeface="Courier New"/>
              </a:rPr>
              <a:t> 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E8A"/>
                </a:solidFill>
                <a:latin typeface="Courier New"/>
              </a:rPr>
              <a:t>-- readMethods --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4252"/>
                </a:solidFill>
                <a:latin typeface="Courier New"/>
              </a:rPr>
              <a:t>  [TEST] test_methods_count_one... </a:t>
            </a:r>
            <a:r>
              <a:rPr sz="1050" b="1">
                <a:solidFill>
                  <a:srgbClr val="159E3A"/>
                </a:solidFill>
                <a:latin typeface="Courier New"/>
              </a:rPr>
              <a:t>PASS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4252"/>
                </a:solidFill>
                <a:latin typeface="Courier New"/>
              </a:rPr>
              <a:t>  [TEST] test_methods_name_index_correct... </a:t>
            </a:r>
            <a:r>
              <a:rPr sz="1050" b="1">
                <a:solidFill>
                  <a:srgbClr val="159E3A"/>
                </a:solidFill>
                <a:latin typeface="Courier New"/>
              </a:rPr>
              <a:t>PASS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4252"/>
                </a:solidFill>
                <a:latin typeface="Courier New"/>
              </a:rPr>
              <a:t>  [TEST] test_methods_descriptor_index_correct... </a:t>
            </a:r>
            <a:r>
              <a:rPr sz="1050" b="1">
                <a:solidFill>
                  <a:srgbClr val="159E3A"/>
                </a:solidFill>
                <a:latin typeface="Courier New"/>
              </a:rPr>
              <a:t>PASS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4252"/>
                </a:solidFill>
                <a:latin typeface="Courier New"/>
              </a:rPr>
              <a:t>  [TEST] test_methods_attribute_bytes_skipped... </a:t>
            </a:r>
            <a:r>
              <a:rPr sz="1050" b="1">
                <a:solidFill>
                  <a:srgbClr val="159E3A"/>
                </a:solidFill>
                <a:latin typeface="Courier New"/>
              </a:rPr>
              <a:t>PASS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4252"/>
                </a:solidFill>
                <a:latin typeface="Courier New"/>
              </a:rPr>
              <a:t>  [TEST] test_methods_two_entries... </a:t>
            </a:r>
            <a:r>
              <a:rPr sz="1050" b="1">
                <a:solidFill>
                  <a:srgbClr val="159E3A"/>
                </a:solidFill>
                <a:latin typeface="Courier New"/>
              </a:rPr>
              <a:t>PASS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4252"/>
                </a:solidFill>
                <a:latin typeface="Courier New"/>
              </a:rPr>
              <a:t> 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E8A"/>
                </a:solidFill>
                <a:latin typeface="Courier New"/>
              </a:rPr>
              <a:t>-- Integracao Opa.class --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4252"/>
                </a:solidFill>
                <a:latin typeface="Courier New"/>
              </a:rPr>
              <a:t>  [TEST] test_opa_methods_count... </a:t>
            </a:r>
            <a:r>
              <a:rPr sz="1050" b="1">
                <a:solidFill>
                  <a:srgbClr val="159E3A"/>
                </a:solidFill>
                <a:latin typeface="Courier New"/>
              </a:rPr>
              <a:t>PASS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A4252"/>
                </a:solidFill>
                <a:latin typeface="Courier New"/>
              </a:rPr>
              <a:t> 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59E3A"/>
                </a:solidFill>
                <a:latin typeface="Courier New"/>
              </a:rPr>
              <a:t>Result: 7/7 tests passed.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3D5AFE"/>
                </a:solidFill>
                <a:latin typeface="Arial"/>
              </a:rPr>
              <a:t>●  </a:t>
            </a:r>
            <a:r>
              <a:rPr sz="1800" b="1">
                <a:solidFill>
                  <a:srgbClr val="FFFFFF"/>
                </a:solidFill>
                <a:latin typeface="Courier New"/>
              </a:rPr>
              <a:t>test_opa_methods_count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011680"/>
            <a:ext cx="5486400" cy="396849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5400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5212080" cy="3657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C27B0"/>
                </a:solidFill>
                <a:latin typeface="Courier New"/>
              </a:rPr>
              <a:t>static</a:t>
            </a:r>
            <a:r>
              <a:rPr sz="1150" b="0">
                <a:solidFill>
                  <a:srgbClr val="1F2937"/>
                </a:solidFill>
                <a:latin typeface="Courier New"/>
              </a:rPr>
              <a:t> </a:t>
            </a:r>
            <a:r>
              <a:rPr sz="1150" b="0">
                <a:solidFill>
                  <a:srgbClr val="9C27B0"/>
                </a:solidFill>
                <a:latin typeface="Courier New"/>
              </a:rPr>
              <a:t>void</a:t>
            </a:r>
            <a:r>
              <a:rPr sz="1150" b="0">
                <a:solidFill>
                  <a:srgbClr val="1F2937"/>
                </a:solidFill>
                <a:latin typeface="Courier New"/>
              </a:rPr>
              <a:t> </a:t>
            </a:r>
            <a:r>
              <a:rPr sz="1150" b="0">
                <a:solidFill>
                  <a:srgbClr val="B45309"/>
                </a:solidFill>
                <a:latin typeface="Courier New"/>
              </a:rPr>
              <a:t>test_opa_methods_count</a:t>
            </a:r>
            <a:r>
              <a:rPr sz="1150" b="0">
                <a:solidFill>
                  <a:srgbClr val="1F2937"/>
                </a:solidFill>
                <a:latin typeface="Courier New"/>
              </a:rPr>
              <a:t>(</a:t>
            </a:r>
            <a:r>
              <a:rPr sz="1150" b="0">
                <a:solidFill>
                  <a:srgbClr val="9C27B0"/>
                </a:solidFill>
                <a:latin typeface="Courier New"/>
              </a:rPr>
              <a:t>void</a:t>
            </a:r>
            <a:r>
              <a:rPr sz="1150" b="0">
                <a:solidFill>
                  <a:srgbClr val="1F2937"/>
                </a:solidFill>
                <a:latin typeface="Courier New"/>
              </a:rPr>
              <a:t>)</a:t>
            </a:r>
            <a:r>
              <a:rPr sz="1150" b="0">
                <a:solidFill>
                  <a:srgbClr val="1F2937"/>
                </a:solidFill>
                <a:latin typeface="Courier New"/>
              </a:rPr>
              <a:t> </a:t>
            </a:r>
            <a:r>
              <a:rPr sz="1150" b="0">
                <a:solidFill>
                  <a:srgbClr val="1F2937"/>
                </a:solidFill>
                <a:latin typeface="Courier New"/>
              </a:rPr>
              <a:t>{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150" b="0">
                <a:solidFill>
                  <a:srgbClr val="0E7490"/>
                </a:solidFill>
                <a:latin typeface="Courier New"/>
              </a:rPr>
              <a:t>FILE</a:t>
            </a:r>
            <a:r>
              <a:rPr sz="1150" b="0">
                <a:solidFill>
                  <a:srgbClr val="1F2937"/>
                </a:solidFill>
                <a:latin typeface="Courier New"/>
              </a:rPr>
              <a:t> </a:t>
            </a:r>
            <a:r>
              <a:rPr sz="1150" b="0">
                <a:solidFill>
                  <a:srgbClr val="1F2937"/>
                </a:solidFill>
                <a:latin typeface="Courier New"/>
              </a:rPr>
              <a:t>*</a:t>
            </a:r>
            <a:r>
              <a:rPr sz="1150" b="0">
                <a:solidFill>
                  <a:srgbClr val="1F2937"/>
                </a:solidFill>
                <a:latin typeface="Courier New"/>
              </a:rPr>
              <a:t>f</a:t>
            </a:r>
            <a:r>
              <a:rPr sz="1150" b="0">
                <a:solidFill>
                  <a:srgbClr val="1F2937"/>
                </a:solidFill>
                <a:latin typeface="Courier New"/>
              </a:rPr>
              <a:t> </a:t>
            </a:r>
            <a:r>
              <a:rPr sz="1150" b="0">
                <a:solidFill>
                  <a:srgbClr val="1F2937"/>
                </a:solidFill>
                <a:latin typeface="Courier New"/>
              </a:rPr>
              <a:t>=</a:t>
            </a:r>
            <a:r>
              <a:rPr sz="1150" b="0">
                <a:solidFill>
                  <a:srgbClr val="1F2937"/>
                </a:solidFill>
                <a:latin typeface="Courier New"/>
              </a:rPr>
              <a:t> </a:t>
            </a:r>
            <a:r>
              <a:rPr sz="1150" b="0">
                <a:solidFill>
                  <a:srgbClr val="B45309"/>
                </a:solidFill>
                <a:latin typeface="Courier New"/>
              </a:rPr>
              <a:t>fopen</a:t>
            </a:r>
            <a:r>
              <a:rPr sz="1150" b="0">
                <a:solidFill>
                  <a:srgbClr val="1F2937"/>
                </a:solidFill>
                <a:latin typeface="Courier New"/>
              </a:rPr>
              <a:t>(</a:t>
            </a:r>
            <a:r>
              <a:rPr sz="1150" b="0">
                <a:solidFill>
                  <a:srgbClr val="B91C1C"/>
                </a:solidFill>
                <a:latin typeface="Courier New"/>
              </a:rPr>
              <a:t>"data/examples/Opa.class"</a:t>
            </a:r>
            <a:r>
              <a:rPr sz="1150" b="0">
                <a:solidFill>
                  <a:srgbClr val="1F2937"/>
                </a:solidFill>
                <a:latin typeface="Courier New"/>
              </a:rPr>
              <a:t>,</a:t>
            </a:r>
            <a:r>
              <a:rPr sz="1150" b="0">
                <a:solidFill>
                  <a:srgbClr val="1F2937"/>
                </a:solidFill>
                <a:latin typeface="Courier New"/>
              </a:rPr>
              <a:t> </a:t>
            </a:r>
            <a:r>
              <a:rPr sz="1150" b="0">
                <a:solidFill>
                  <a:srgbClr val="B91C1C"/>
                </a:solidFill>
                <a:latin typeface="Courier New"/>
              </a:rPr>
              <a:t>"rb"</a:t>
            </a:r>
            <a:r>
              <a:rPr sz="1150" b="0">
                <a:solidFill>
                  <a:srgbClr val="1F2937"/>
                </a:solidFill>
                <a:latin typeface="Courier New"/>
              </a:rPr>
              <a:t>)</a:t>
            </a:r>
            <a:r>
              <a:rPr sz="11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150" b="0">
                <a:solidFill>
                  <a:srgbClr val="B45309"/>
                </a:solidFill>
                <a:latin typeface="Courier New"/>
              </a:rPr>
              <a:t>assert</a:t>
            </a:r>
            <a:r>
              <a:rPr sz="1150" b="0">
                <a:solidFill>
                  <a:srgbClr val="1F2937"/>
                </a:solidFill>
                <a:latin typeface="Courier New"/>
              </a:rPr>
              <a:t>(</a:t>
            </a:r>
            <a:r>
              <a:rPr sz="1150" b="0">
                <a:solidFill>
                  <a:srgbClr val="1F2937"/>
                </a:solidFill>
                <a:latin typeface="Courier New"/>
              </a:rPr>
              <a:t>f</a:t>
            </a:r>
            <a:r>
              <a:rPr sz="1150" b="0">
                <a:solidFill>
                  <a:srgbClr val="1F2937"/>
                </a:solidFill>
                <a:latin typeface="Courier New"/>
              </a:rPr>
              <a:t> </a:t>
            </a:r>
            <a:r>
              <a:rPr sz="1150" b="0">
                <a:solidFill>
                  <a:srgbClr val="1F2937"/>
                </a:solidFill>
                <a:latin typeface="Courier New"/>
              </a:rPr>
              <a:t>!</a:t>
            </a:r>
            <a:r>
              <a:rPr sz="1150" b="0">
                <a:solidFill>
                  <a:srgbClr val="1F2937"/>
                </a:solidFill>
                <a:latin typeface="Courier New"/>
              </a:rPr>
              <a:t>=</a:t>
            </a:r>
            <a:r>
              <a:rPr sz="1150" b="0">
                <a:solidFill>
                  <a:srgbClr val="1F2937"/>
                </a:solidFill>
                <a:latin typeface="Courier New"/>
              </a:rPr>
              <a:t> </a:t>
            </a:r>
            <a:r>
              <a:rPr sz="1150" b="0">
                <a:solidFill>
                  <a:srgbClr val="9C27B0"/>
                </a:solidFill>
                <a:latin typeface="Courier New"/>
              </a:rPr>
              <a:t>NULL</a:t>
            </a:r>
            <a:r>
              <a:rPr sz="1150" b="0">
                <a:solidFill>
                  <a:srgbClr val="1F2937"/>
                </a:solidFill>
                <a:latin typeface="Courier New"/>
              </a:rPr>
              <a:t>)</a:t>
            </a:r>
            <a:r>
              <a:rPr sz="11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150" b="0">
                <a:solidFill>
                  <a:srgbClr val="0E7490"/>
                </a:solidFill>
                <a:latin typeface="Courier New"/>
              </a:rPr>
              <a:t>ClassFile</a:t>
            </a:r>
            <a:r>
              <a:rPr sz="1150" b="0">
                <a:solidFill>
                  <a:srgbClr val="1F2937"/>
                </a:solidFill>
                <a:latin typeface="Courier New"/>
              </a:rPr>
              <a:t> </a:t>
            </a:r>
            <a:r>
              <a:rPr sz="1150" b="0">
                <a:solidFill>
                  <a:srgbClr val="1F2937"/>
                </a:solidFill>
                <a:latin typeface="Courier New"/>
              </a:rPr>
              <a:t>*</a:t>
            </a:r>
            <a:r>
              <a:rPr sz="1150" b="0">
                <a:solidFill>
                  <a:srgbClr val="1F2937"/>
                </a:solidFill>
                <a:latin typeface="Courier New"/>
              </a:rPr>
              <a:t>cf</a:t>
            </a:r>
            <a:r>
              <a:rPr sz="1150" b="0">
                <a:solidFill>
                  <a:srgbClr val="1F2937"/>
                </a:solidFill>
                <a:latin typeface="Courier New"/>
              </a:rPr>
              <a:t> </a:t>
            </a:r>
            <a:r>
              <a:rPr sz="1150" b="0">
                <a:solidFill>
                  <a:srgbClr val="1F2937"/>
                </a:solidFill>
                <a:latin typeface="Courier New"/>
              </a:rPr>
              <a:t>=</a:t>
            </a:r>
            <a:r>
              <a:rPr sz="1150" b="0">
                <a:solidFill>
                  <a:srgbClr val="1F2937"/>
                </a:solidFill>
                <a:latin typeface="Courier New"/>
              </a:rPr>
              <a:t> </a:t>
            </a:r>
            <a:r>
              <a:rPr sz="1150" b="0">
                <a:solidFill>
                  <a:srgbClr val="B45309"/>
                </a:solidFill>
                <a:latin typeface="Courier New"/>
              </a:rPr>
              <a:t>allocClassFile</a:t>
            </a:r>
            <a:r>
              <a:rPr sz="1150" b="0">
                <a:solidFill>
                  <a:srgbClr val="1F2937"/>
                </a:solidFill>
                <a:latin typeface="Courier New"/>
              </a:rPr>
              <a:t>(</a:t>
            </a:r>
            <a:r>
              <a:rPr sz="1150" b="0">
                <a:solidFill>
                  <a:srgbClr val="1F2937"/>
                </a:solidFill>
                <a:latin typeface="Courier New"/>
              </a:rPr>
              <a:t>)</a:t>
            </a:r>
            <a:r>
              <a:rPr sz="11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150" b="0">
                <a:solidFill>
                  <a:srgbClr val="B45309"/>
                </a:solidFill>
                <a:latin typeface="Courier New"/>
              </a:rPr>
              <a:t>classFilesSetup</a:t>
            </a:r>
            <a:r>
              <a:rPr sz="1150" b="0">
                <a:solidFill>
                  <a:srgbClr val="1F2937"/>
                </a:solidFill>
                <a:latin typeface="Courier New"/>
              </a:rPr>
              <a:t>(</a:t>
            </a:r>
            <a:r>
              <a:rPr sz="1150" b="0">
                <a:solidFill>
                  <a:srgbClr val="1F2937"/>
                </a:solidFill>
                <a:latin typeface="Courier New"/>
              </a:rPr>
              <a:t>cf</a:t>
            </a:r>
            <a:r>
              <a:rPr sz="1150" b="0">
                <a:solidFill>
                  <a:srgbClr val="1F2937"/>
                </a:solidFill>
                <a:latin typeface="Courier New"/>
              </a:rPr>
              <a:t>,</a:t>
            </a:r>
            <a:r>
              <a:rPr sz="1150" b="0">
                <a:solidFill>
                  <a:srgbClr val="1F2937"/>
                </a:solidFill>
                <a:latin typeface="Courier New"/>
              </a:rPr>
              <a:t> </a:t>
            </a:r>
            <a:r>
              <a:rPr sz="1150" b="0">
                <a:solidFill>
                  <a:srgbClr val="1F2937"/>
                </a:solidFill>
                <a:latin typeface="Courier New"/>
              </a:rPr>
              <a:t>f</a:t>
            </a:r>
            <a:r>
              <a:rPr sz="1150" b="0">
                <a:solidFill>
                  <a:srgbClr val="1F2937"/>
                </a:solidFill>
                <a:latin typeface="Courier New"/>
              </a:rPr>
              <a:t>)</a:t>
            </a:r>
            <a:r>
              <a:rPr sz="11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150" b="0">
                <a:solidFill>
                  <a:srgbClr val="B45309"/>
                </a:solidFill>
                <a:latin typeface="Courier New"/>
              </a:rPr>
              <a:t>readInterfaces</a:t>
            </a:r>
            <a:r>
              <a:rPr sz="1150" b="0">
                <a:solidFill>
                  <a:srgbClr val="1F2937"/>
                </a:solidFill>
                <a:latin typeface="Courier New"/>
              </a:rPr>
              <a:t>(</a:t>
            </a:r>
            <a:r>
              <a:rPr sz="1150" b="0">
                <a:solidFill>
                  <a:srgbClr val="1F2937"/>
                </a:solidFill>
                <a:latin typeface="Courier New"/>
              </a:rPr>
              <a:t>cf</a:t>
            </a:r>
            <a:r>
              <a:rPr sz="1150" b="0">
                <a:solidFill>
                  <a:srgbClr val="1F2937"/>
                </a:solidFill>
                <a:latin typeface="Courier New"/>
              </a:rPr>
              <a:t>,</a:t>
            </a:r>
            <a:r>
              <a:rPr sz="1150" b="0">
                <a:solidFill>
                  <a:srgbClr val="1F2937"/>
                </a:solidFill>
                <a:latin typeface="Courier New"/>
              </a:rPr>
              <a:t> </a:t>
            </a:r>
            <a:r>
              <a:rPr sz="1150" b="0">
                <a:solidFill>
                  <a:srgbClr val="1F2937"/>
                </a:solidFill>
                <a:latin typeface="Courier New"/>
              </a:rPr>
              <a:t>f</a:t>
            </a:r>
            <a:r>
              <a:rPr sz="1150" b="0">
                <a:solidFill>
                  <a:srgbClr val="1F2937"/>
                </a:solidFill>
                <a:latin typeface="Courier New"/>
              </a:rPr>
              <a:t>)</a:t>
            </a:r>
            <a:r>
              <a:rPr sz="11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150" b="0">
                <a:solidFill>
                  <a:srgbClr val="B45309"/>
                </a:solidFill>
                <a:latin typeface="Courier New"/>
              </a:rPr>
              <a:t>readFields</a:t>
            </a:r>
            <a:r>
              <a:rPr sz="1150" b="0">
                <a:solidFill>
                  <a:srgbClr val="1F2937"/>
                </a:solidFill>
                <a:latin typeface="Courier New"/>
              </a:rPr>
              <a:t>(</a:t>
            </a:r>
            <a:r>
              <a:rPr sz="1150" b="0">
                <a:solidFill>
                  <a:srgbClr val="1F2937"/>
                </a:solidFill>
                <a:latin typeface="Courier New"/>
              </a:rPr>
              <a:t>cf</a:t>
            </a:r>
            <a:r>
              <a:rPr sz="1150" b="0">
                <a:solidFill>
                  <a:srgbClr val="1F2937"/>
                </a:solidFill>
                <a:latin typeface="Courier New"/>
              </a:rPr>
              <a:t>,</a:t>
            </a:r>
            <a:r>
              <a:rPr sz="1150" b="0">
                <a:solidFill>
                  <a:srgbClr val="1F2937"/>
                </a:solidFill>
                <a:latin typeface="Courier New"/>
              </a:rPr>
              <a:t> </a:t>
            </a:r>
            <a:r>
              <a:rPr sz="1150" b="0">
                <a:solidFill>
                  <a:srgbClr val="1F2937"/>
                </a:solidFill>
                <a:latin typeface="Courier New"/>
              </a:rPr>
              <a:t>f</a:t>
            </a:r>
            <a:r>
              <a:rPr sz="1150" b="0">
                <a:solidFill>
                  <a:srgbClr val="1F2937"/>
                </a:solidFill>
                <a:latin typeface="Courier New"/>
              </a:rPr>
              <a:t>)</a:t>
            </a:r>
            <a:r>
              <a:rPr sz="11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150" b="0">
                <a:solidFill>
                  <a:srgbClr val="B45309"/>
                </a:solidFill>
                <a:latin typeface="Courier New"/>
              </a:rPr>
              <a:t>readMethodsCount</a:t>
            </a:r>
            <a:r>
              <a:rPr sz="1150" b="0">
                <a:solidFill>
                  <a:srgbClr val="1F2937"/>
                </a:solidFill>
                <a:latin typeface="Courier New"/>
              </a:rPr>
              <a:t>(</a:t>
            </a:r>
            <a:r>
              <a:rPr sz="1150" b="0">
                <a:solidFill>
                  <a:srgbClr val="1F2937"/>
                </a:solidFill>
                <a:latin typeface="Courier New"/>
              </a:rPr>
              <a:t>cf</a:t>
            </a:r>
            <a:r>
              <a:rPr sz="1150" b="0">
                <a:solidFill>
                  <a:srgbClr val="1F2937"/>
                </a:solidFill>
                <a:latin typeface="Courier New"/>
              </a:rPr>
              <a:t>,</a:t>
            </a:r>
            <a:r>
              <a:rPr sz="1150" b="0">
                <a:solidFill>
                  <a:srgbClr val="1F2937"/>
                </a:solidFill>
                <a:latin typeface="Courier New"/>
              </a:rPr>
              <a:t> </a:t>
            </a:r>
            <a:r>
              <a:rPr sz="1150" b="0">
                <a:solidFill>
                  <a:srgbClr val="1F2937"/>
                </a:solidFill>
                <a:latin typeface="Courier New"/>
              </a:rPr>
              <a:t>f</a:t>
            </a:r>
            <a:r>
              <a:rPr sz="1150" b="0">
                <a:solidFill>
                  <a:srgbClr val="1F2937"/>
                </a:solidFill>
                <a:latin typeface="Courier New"/>
              </a:rPr>
              <a:t>)</a:t>
            </a:r>
            <a:r>
              <a:rPr sz="11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150" b="0">
                <a:solidFill>
                  <a:srgbClr val="B45309"/>
                </a:solidFill>
                <a:latin typeface="Courier New"/>
              </a:rPr>
              <a:t>readMethods</a:t>
            </a:r>
            <a:r>
              <a:rPr sz="1150" b="0">
                <a:solidFill>
                  <a:srgbClr val="1F2937"/>
                </a:solidFill>
                <a:latin typeface="Courier New"/>
              </a:rPr>
              <a:t>(</a:t>
            </a:r>
            <a:r>
              <a:rPr sz="1150" b="0">
                <a:solidFill>
                  <a:srgbClr val="1F2937"/>
                </a:solidFill>
                <a:latin typeface="Courier New"/>
              </a:rPr>
              <a:t>cf</a:t>
            </a:r>
            <a:r>
              <a:rPr sz="1150" b="0">
                <a:solidFill>
                  <a:srgbClr val="1F2937"/>
                </a:solidFill>
                <a:latin typeface="Courier New"/>
              </a:rPr>
              <a:t>,</a:t>
            </a:r>
            <a:r>
              <a:rPr sz="1150" b="0">
                <a:solidFill>
                  <a:srgbClr val="1F2937"/>
                </a:solidFill>
                <a:latin typeface="Courier New"/>
              </a:rPr>
              <a:t> </a:t>
            </a:r>
            <a:r>
              <a:rPr sz="1150" b="0">
                <a:solidFill>
                  <a:srgbClr val="1F2937"/>
                </a:solidFill>
                <a:latin typeface="Courier New"/>
              </a:rPr>
              <a:t>f</a:t>
            </a:r>
            <a:r>
              <a:rPr sz="1150" b="0">
                <a:solidFill>
                  <a:srgbClr val="1F2937"/>
                </a:solidFill>
                <a:latin typeface="Courier New"/>
              </a:rPr>
              <a:t>)</a:t>
            </a:r>
            <a:r>
              <a:rPr sz="11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150" b="0">
                <a:solidFill>
                  <a:srgbClr val="B45309"/>
                </a:solidFill>
                <a:latin typeface="Courier New"/>
              </a:rPr>
              <a:t>assert</a:t>
            </a:r>
            <a:r>
              <a:rPr sz="1150" b="0">
                <a:solidFill>
                  <a:srgbClr val="1F2937"/>
                </a:solidFill>
                <a:latin typeface="Courier New"/>
              </a:rPr>
              <a:t>(</a:t>
            </a:r>
            <a:r>
              <a:rPr sz="1150" b="0">
                <a:solidFill>
                  <a:srgbClr val="1F2937"/>
                </a:solidFill>
                <a:latin typeface="Courier New"/>
              </a:rPr>
              <a:t>cf</a:t>
            </a:r>
            <a:r>
              <a:rPr sz="1150" b="0">
                <a:solidFill>
                  <a:srgbClr val="1F2937"/>
                </a:solidFill>
                <a:latin typeface="Courier New"/>
              </a:rPr>
              <a:t>-</a:t>
            </a:r>
            <a:r>
              <a:rPr sz="1150" b="0">
                <a:solidFill>
                  <a:srgbClr val="1F2937"/>
                </a:solidFill>
                <a:latin typeface="Courier New"/>
              </a:rPr>
              <a:t>&gt;</a:t>
            </a:r>
            <a:r>
              <a:rPr sz="1150" b="0">
                <a:solidFill>
                  <a:srgbClr val="1F2937"/>
                </a:solidFill>
                <a:latin typeface="Courier New"/>
              </a:rPr>
              <a:t>methods_count</a:t>
            </a:r>
            <a:r>
              <a:rPr sz="1150" b="0">
                <a:solidFill>
                  <a:srgbClr val="1F2937"/>
                </a:solidFill>
                <a:latin typeface="Courier New"/>
              </a:rPr>
              <a:t> </a:t>
            </a:r>
            <a:r>
              <a:rPr sz="1150" b="0">
                <a:solidFill>
                  <a:srgbClr val="1F2937"/>
                </a:solidFill>
                <a:latin typeface="Courier New"/>
              </a:rPr>
              <a:t>=</a:t>
            </a:r>
            <a:r>
              <a:rPr sz="1150" b="0">
                <a:solidFill>
                  <a:srgbClr val="1F2937"/>
                </a:solidFill>
                <a:latin typeface="Courier New"/>
              </a:rPr>
              <a:t>=</a:t>
            </a:r>
            <a:r>
              <a:rPr sz="1150" b="0">
                <a:solidFill>
                  <a:srgbClr val="1F2937"/>
                </a:solidFill>
                <a:latin typeface="Courier New"/>
              </a:rPr>
              <a:t> </a:t>
            </a:r>
            <a:r>
              <a:rPr sz="1150" b="0">
                <a:solidFill>
                  <a:srgbClr val="047857"/>
                </a:solidFill>
                <a:latin typeface="Courier New"/>
              </a:rPr>
              <a:t>2</a:t>
            </a:r>
            <a:r>
              <a:rPr sz="1150" b="0">
                <a:solidFill>
                  <a:srgbClr val="1F2937"/>
                </a:solidFill>
                <a:latin typeface="Courier New"/>
              </a:rPr>
              <a:t>)</a:t>
            </a:r>
            <a:r>
              <a:rPr sz="11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150" b="0">
                <a:solidFill>
                  <a:srgbClr val="B45309"/>
                </a:solidFill>
                <a:latin typeface="Courier New"/>
              </a:rPr>
              <a:t>fclose</a:t>
            </a:r>
            <a:r>
              <a:rPr sz="1150" b="0">
                <a:solidFill>
                  <a:srgbClr val="1F2937"/>
                </a:solidFill>
                <a:latin typeface="Courier New"/>
              </a:rPr>
              <a:t>(</a:t>
            </a:r>
            <a:r>
              <a:rPr sz="1150" b="0">
                <a:solidFill>
                  <a:srgbClr val="1F2937"/>
                </a:solidFill>
                <a:latin typeface="Courier New"/>
              </a:rPr>
              <a:t>f</a:t>
            </a:r>
            <a:r>
              <a:rPr sz="1150" b="0">
                <a:solidFill>
                  <a:srgbClr val="1F2937"/>
                </a:solidFill>
                <a:latin typeface="Courier New"/>
              </a:rPr>
              <a:t>)</a:t>
            </a:r>
            <a:r>
              <a:rPr sz="11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150" b="0">
                <a:solidFill>
                  <a:srgbClr val="B45309"/>
                </a:solidFill>
                <a:latin typeface="Courier New"/>
              </a:rPr>
              <a:t>free</a:t>
            </a:r>
            <a:r>
              <a:rPr sz="1150" b="0">
                <a:solidFill>
                  <a:srgbClr val="1F2937"/>
                </a:solidFill>
                <a:latin typeface="Courier New"/>
              </a:rPr>
              <a:t>(</a:t>
            </a:r>
            <a:r>
              <a:rPr sz="1150" b="0">
                <a:solidFill>
                  <a:srgbClr val="1F2937"/>
                </a:solidFill>
                <a:latin typeface="Courier New"/>
              </a:rPr>
              <a:t>cf</a:t>
            </a:r>
            <a:r>
              <a:rPr sz="1150" b="0">
                <a:solidFill>
                  <a:srgbClr val="1F2937"/>
                </a:solidFill>
                <a:latin typeface="Courier New"/>
              </a:rPr>
              <a:t>-</a:t>
            </a:r>
            <a:r>
              <a:rPr sz="1150" b="0">
                <a:solidFill>
                  <a:srgbClr val="1F2937"/>
                </a:solidFill>
                <a:latin typeface="Courier New"/>
              </a:rPr>
              <a:t>&gt;</a:t>
            </a:r>
            <a:r>
              <a:rPr sz="1150" b="0">
                <a:solidFill>
                  <a:srgbClr val="1F2937"/>
                </a:solidFill>
                <a:latin typeface="Courier New"/>
              </a:rPr>
              <a:t>methods</a:t>
            </a:r>
            <a:r>
              <a:rPr sz="1150" b="0">
                <a:solidFill>
                  <a:srgbClr val="1F2937"/>
                </a:solidFill>
                <a:latin typeface="Courier New"/>
              </a:rPr>
              <a:t>)</a:t>
            </a:r>
            <a:r>
              <a:rPr sz="11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150" b="0">
                <a:solidFill>
                  <a:srgbClr val="B45309"/>
                </a:solidFill>
                <a:latin typeface="Courier New"/>
              </a:rPr>
              <a:t>free</a:t>
            </a:r>
            <a:r>
              <a:rPr sz="1150" b="0">
                <a:solidFill>
                  <a:srgbClr val="1F2937"/>
                </a:solidFill>
                <a:latin typeface="Courier New"/>
              </a:rPr>
              <a:t>(</a:t>
            </a:r>
            <a:r>
              <a:rPr sz="1150" b="0">
                <a:solidFill>
                  <a:srgbClr val="1F2937"/>
                </a:solidFill>
                <a:latin typeface="Courier New"/>
              </a:rPr>
              <a:t>cf</a:t>
            </a:r>
            <a:r>
              <a:rPr sz="1150" b="0">
                <a:solidFill>
                  <a:srgbClr val="1F2937"/>
                </a:solidFill>
                <a:latin typeface="Courier New"/>
              </a:rPr>
              <a:t>-</a:t>
            </a:r>
            <a:r>
              <a:rPr sz="1150" b="0">
                <a:solidFill>
                  <a:srgbClr val="1F2937"/>
                </a:solidFill>
                <a:latin typeface="Courier New"/>
              </a:rPr>
              <a:t>&gt;</a:t>
            </a:r>
            <a:r>
              <a:rPr sz="1150" b="0">
                <a:solidFill>
                  <a:srgbClr val="1F2937"/>
                </a:solidFill>
                <a:latin typeface="Courier New"/>
              </a:rPr>
              <a:t>interfaces</a:t>
            </a:r>
            <a:r>
              <a:rPr sz="1150" b="0">
                <a:solidFill>
                  <a:srgbClr val="1F2937"/>
                </a:solidFill>
                <a:latin typeface="Courier New"/>
              </a:rPr>
              <a:t>)</a:t>
            </a:r>
            <a:r>
              <a:rPr sz="11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ourier New"/>
              </a:rPr>
              <a:t>    </a:t>
            </a:r>
            <a:r>
              <a:rPr sz="1150" b="0">
                <a:solidFill>
                  <a:srgbClr val="B45309"/>
                </a:solidFill>
                <a:latin typeface="Courier New"/>
              </a:rPr>
              <a:t>free</a:t>
            </a:r>
            <a:r>
              <a:rPr sz="1150" b="0">
                <a:solidFill>
                  <a:srgbClr val="1F2937"/>
                </a:solidFill>
                <a:latin typeface="Courier New"/>
              </a:rPr>
              <a:t>(</a:t>
            </a:r>
            <a:r>
              <a:rPr sz="1150" b="0">
                <a:solidFill>
                  <a:srgbClr val="1F2937"/>
                </a:solidFill>
                <a:latin typeface="Courier New"/>
              </a:rPr>
              <a:t>cf</a:t>
            </a:r>
            <a:r>
              <a:rPr sz="1150" b="0">
                <a:solidFill>
                  <a:srgbClr val="1F2937"/>
                </a:solidFill>
                <a:latin typeface="Courier New"/>
              </a:rPr>
              <a:t>)</a:t>
            </a:r>
            <a:r>
              <a:rPr sz="1150" b="0">
                <a:solidFill>
                  <a:srgbClr val="1F2937"/>
                </a:solidFill>
                <a:latin typeface="Courier New"/>
              </a:rPr>
              <a:t>;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